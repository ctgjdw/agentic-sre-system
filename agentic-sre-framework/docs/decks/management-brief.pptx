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731520"/>
            <a:ext cx="731520" cy="18288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914400"/>
            <a:ext cx="731520" cy="-36576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48640"/>
            <a:ext cx="640080" cy="54864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1097280"/>
            <a:ext cx="640080" cy="-36576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914400"/>
            <a:ext cx="457200" cy="91440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548640"/>
            <a:ext cx="457200" cy="109728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097280"/>
            <a:ext cx="457200" cy="91440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1828800"/>
            <a:ext cx="731520" cy="-18288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645920"/>
            <a:ext cx="640080" cy="36576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0" y="1828800"/>
            <a:ext cx="182880" cy="91440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0" y="1645920"/>
            <a:ext cx="274320" cy="91440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1645920"/>
            <a:ext cx="182880" cy="914400"/>
          </a:xfrm>
          <a:prstGeom prst="line">
            <a:avLst/>
          </a:prstGeom>
          <a:noFill/>
          <a:ln w="635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65836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0848" y="84124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02368" y="47548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42448" y="102412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82528" y="65836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5088" y="157276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28048" y="175564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59568" y="157276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99648" y="193852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87968" y="248716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10928" y="267004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33888" y="2487168"/>
            <a:ext cx="146304" cy="1463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56648" y="143560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377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STEERING BRIEF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28346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for SRE</a:t>
            </a:r>
            <a:endParaRPr lang="en-US" sz="5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SysAdmin Operations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731520" y="5029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that augments — not replaces — our SRE and SysAdmin teams, with humans in command of every state change.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Team   · 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engineering time leaks today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Issues surface via ad-hoc chat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incidents reach us as free-form Mattermost messages. Engineers must read every channel and decide what's real.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29400" y="2011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lack fine-tuned dashboards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2697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automated signals exist for the things that actually break. Postmortems repeatedly conclude "we should have had a dashboard for that."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4206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 are interpreted by hand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4892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IAM / network requests arrive as prose. SysAdmins read, interpret, script, execute — every time, from scratch.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8862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29400" y="4206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0" y="4206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Postmortem actions don't land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29400" y="4892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get written, then never implemented. The same incident recurs. The learning loop leaks.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compound. Engineer time leaks; monitoring debt accumulates; the next incident looks like the last 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team that mirrors our SRE org chart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480560" y="155448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signals  ·  owns audit  ·  runs HITL gate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2377440"/>
            <a:ext cx="0" cy="32004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2697480"/>
            <a:ext cx="7443216" cy="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2697480"/>
            <a:ext cx="0" cy="22860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9048" y="2697480"/>
            <a:ext cx="0" cy="22860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20656" y="2697480"/>
            <a:ext cx="0" cy="22860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260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3090672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0906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Duty Engineer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3429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from chat / alerts; triage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0248" y="29260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59168" y="3090672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30906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98848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 Investigator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98848" y="3429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investigation; evidence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91856" y="29260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780776" y="3090672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0776" y="30906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0456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 SRE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0456" y="3429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review; final RCA + plan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995928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416052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1605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4133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Remediation Engineer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77240" y="4498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fix as an MR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70248" y="3995928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059168" y="416052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41605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98848" y="4133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SysAdmin Drafter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498848" y="4498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ticket → playbook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91856" y="3995928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780776" y="416052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0776" y="41605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0456" y="4133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Triage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220456" y="4498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exploitability + mitigation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065776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337560" y="5230368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52303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" y="52029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Evidence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777240" y="55686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evidence packets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70248" y="5065776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059168" y="5230368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9168" y="52303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98848" y="52029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Postmortem Scribe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498848" y="55686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+ factors + actions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991856" y="5065776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780776" y="5230368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780776" y="52303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0456" y="52029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Eng.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8220456" y="55686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dashboards + alert rules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63093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approve every state change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297680" y="63093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visible and revocable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046720" y="63093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2104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on-prem and online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response — today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603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Mattermost message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87752" y="310896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16352" y="237744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53512" y="25603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 reads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53512" y="3108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clarifying Qs by hand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55464" y="310896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84064" y="237744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21224" y="25603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21224" y="3108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logs / metrics / traces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23176" y="310896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51776" y="237744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88936" y="25603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&amp; fix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88936" y="3108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ad-hoc commands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90888" y="310896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19488" y="237744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56648" y="25603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updates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56648" y="3108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comms manual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977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16352" y="3977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Back-and-forth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84064" y="3977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by skill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51776" y="3977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19488" y="3977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skip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EF3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166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today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quality depends on who's on call.  Investigation re-derives what seniors already know.  Postmortems get written late, if at all.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response — with the framework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002536" y="2377440"/>
            <a:ext cx="11734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0356" y="2377440"/>
            <a:ext cx="11734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18176" y="2377440"/>
            <a:ext cx="11734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25996" y="2377440"/>
            <a:ext cx="11734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33816" y="2377440"/>
            <a:ext cx="11734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41636" y="2377440"/>
            <a:ext cx="11734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182880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20116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4231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Alert / Issue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56460" y="182880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9612" y="20116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Duty Engineer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29612" y="24231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intake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64280" y="182880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37432" y="20116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 Investigator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37432" y="24231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investigation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72100" y="182880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5252" y="20116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gate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5252" y="24231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approves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79920" y="182880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53072" y="20116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3072" y="24231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/ GitLab CI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587740" y="182880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60892" y="20116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Postmortem Scribe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60892" y="24231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review + actions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195560" y="182880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268712" y="201168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 Engineer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68712" y="242316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new dashboard + alert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72940" y="2971800"/>
            <a:ext cx="0" cy="11887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546092" y="34015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55720" y="420624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94716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 SRE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947160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RCA — uses arch docs + code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67400" y="420624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5884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Remediation Engineer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958840" y="4663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fix as an MR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75376" y="4686300"/>
            <a:ext cx="15544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758940" y="3950208"/>
            <a:ext cx="0" cy="25603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6080760" y="3950208"/>
            <a:ext cx="6781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6080760" y="2962656"/>
            <a:ext cx="0" cy="98755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triangl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4000500" y="1371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single approve/edit/reject thread for the on-call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5623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with the framework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68680" y="5943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case in minutes  ·  consistent investigation regardless of who's on call  ·  every closed incident drafts its own postmortem and monitoring improvement.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SRE team gets back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945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structured triage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840480"/>
            <a:ext cx="26974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69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reports become GitLab cases with initial investigation immediately — no waiting for someone to get to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9392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25112" y="21945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462272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depth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36592" y="3840480"/>
            <a:ext cx="26974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4069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gets the same L2 pass; hard cases get a senior reviewer with code + architecture context.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10144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55864" y="21945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Compounding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193024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quality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67344" y="3840480"/>
            <a:ext cx="26974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4069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closed incident drafts a new dashboard and alert. Monitoring grows automatically over time.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zero unauthorised state changes — humans approve every action.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approve every state change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56692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 ·  #INC-2026-0517-014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APPROVAL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mitigation — restart api-svc pod in prod-east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memory leak after deploy at 09:12 UTC.  Mitigation: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rolling-restart api-svc-* in prod-east.  Rollback: redeploy prior image.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0.78  ·  Affected: api-svc (prod-east)  ·  Blast radius: 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158496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09160"/>
            <a:ext cx="158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90800" y="4709160"/>
            <a:ext cx="15849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0800" y="4709160"/>
            <a:ext cx="158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w/ edits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8640" y="4709160"/>
            <a:ext cx="1584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8640" y="4709160"/>
            <a:ext cx="158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signed against on-call rotation  ·  recorded in append-only audit 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78308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783080"/>
            <a:ext cx="9144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Default-deny permissions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2286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agent's tools are declared in git. Operators see the full list and can revoke any tool at runtime — no redeploy.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24612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3246120"/>
            <a:ext cx="9144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Append-only audit log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3749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signal, agent call, tool call, and approval click is recorded with hashes. WORM storage, periodic verification.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47091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4709160"/>
            <a:ext cx="9144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budget caps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0" y="5212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Per-case and per-agent ceilings on tokens, tool calls, wall-clock. Tripping a cap pages on-call with the draft so far.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LOOP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incident becomes better monitoring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569464" y="3200400"/>
            <a:ext cx="219456" cy="0"/>
          </a:xfrm>
          <a:prstGeom prst="line">
            <a:avLst/>
          </a:prstGeom>
          <a:noFill/>
          <a:ln w="2032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37176" y="3200400"/>
            <a:ext cx="219456" cy="0"/>
          </a:xfrm>
          <a:prstGeom prst="line">
            <a:avLst/>
          </a:prstGeom>
          <a:noFill/>
          <a:ln w="2032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04888" y="3200400"/>
            <a:ext cx="219456" cy="0"/>
          </a:xfrm>
          <a:prstGeom prst="line">
            <a:avLst/>
          </a:prstGeom>
          <a:noFill/>
          <a:ln w="2032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372600" y="3200400"/>
            <a:ext cx="219456" cy="0"/>
          </a:xfrm>
          <a:prstGeom prst="line">
            <a:avLst/>
          </a:prstGeom>
          <a:noFill/>
          <a:ln w="2032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560320"/>
            <a:ext cx="1993392" cy="1280160"/>
          </a:xfrm>
          <a:prstGeom prst="roundRect">
            <a:avLst>
              <a:gd name="adj" fmla="val 5714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72491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caught late or by chat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16352" y="2560320"/>
            <a:ext cx="1993392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07792" y="272491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53512" y="320040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draft RCA + actions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84064" y="2560320"/>
            <a:ext cx="1993392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75504" y="272491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Postmortem Scribe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21224" y="320040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+ factors + actions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2560320"/>
            <a:ext cx="1993392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43216" y="272491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 Engineer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88936" y="320040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dashboard + alert MR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19488" y="2560320"/>
            <a:ext cx="1993392" cy="1280160"/>
          </a:xfrm>
          <a:prstGeom prst="roundRect">
            <a:avLst>
              <a:gd name="adj" fmla="val 5714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10928" y="272491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incident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56648" y="320040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earlier by automated alert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616184" y="3877056"/>
            <a:ext cx="0" cy="60350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545336" y="4480560"/>
            <a:ext cx="907084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545336" y="3877056"/>
            <a:ext cx="0" cy="60350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triangl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371600" y="4709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compounds — next time the issue arrives as an automated signal, with richer context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the framework's value compounds without engineers having to find time for the followup.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gated phases — each delivers value on its own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157984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86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supervisor, governance, audit log.  Apply GitLab label dictionary.  No agents enabled yet.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11196" y="2628900"/>
            <a:ext cx="1143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0068" y="2194560"/>
            <a:ext cx="2157984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30068" y="219456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2948" y="2286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2948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 + Investigation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2948" y="32461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Engineer + SRE Investigator.  Read-only output.  First structured chat-intake cases.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92624" y="2628900"/>
            <a:ext cx="1143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11496" y="2194560"/>
            <a:ext cx="2157984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11496" y="219456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94376" y="2286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94376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94376" y="32461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SysAdmin Drafter + Postmortem Scribe.  First HITL gates fire.  First draft MRs and postmortems.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74052" y="2628900"/>
            <a:ext cx="1143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92924" y="2194560"/>
            <a:ext cx="2157984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92924" y="219456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5804" y="2286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75804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+ Compliance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75804" y="32461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Triage + Compliance Evidence.  Continuous evidence packets, exploitability assessments.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55480" y="2628900"/>
            <a:ext cx="1143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74352" y="2194560"/>
            <a:ext cx="2157984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674352" y="2194560"/>
            <a:ext cx="215798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57232" y="22860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57232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tier + Loop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57232" y="32461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SRE + Remediation Engineer + Observability Engineer.  The value loop closes.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gated on the previous one's exit criteria — agent edit-rate, budget compliance, no out-of-scope tool calls.  No big bang.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framework won't do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56692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Deliberately out of scope (v1)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578608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state changes — humans approve everything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081528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change-manager / CAB authority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584448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Grafana, GitLab, or Ansible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087368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communication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590288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forecasting (deterministic tooling wins)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5093208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(GitOps already covers it)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5596128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86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FinOps optimisation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169164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1691640"/>
            <a:ext cx="5120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limits to call out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12280" y="257860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468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 quality gap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27889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frontier models are visibly weaker than online. Plan for higher human edit rate in air-gapped deployments.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12280" y="349300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33832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is real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37033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is HITL-reviewed; "AI draft — verify" tag persists for first 90 days.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12280" y="440740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42976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free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46177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and inference cost; budget caps keep it bounded but it is real.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12280" y="532180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5212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Preconditions required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40880" y="55321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labels, service catalogue, on-call API, playbook inventory must be in place first.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SRE Framework  ·  Management Brief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Phase 0 — Foundations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orchestration plane, audit log, governance dashboard, and the GitLab label dictionary.  No agents enabled yet — only the foundations that make the rest gated and safe.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2A3F73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477316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proceed with Phase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51572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team headcount for the framework operator role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55412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5431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sign-off on default-deny permission 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58155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envelope for inference cost in pilot quarter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40233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2A3F73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we're winning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477316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chat report becomes a GitLab case within minutes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51572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5047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ticket arrives with a draft playbook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55412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54315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closed postmortem produces a merged dashboard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59253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5815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unauthorised state changes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for SRE &amp; SysAdmin Operations</dc:title>
  <dc:subject>PptxGenJS Presentation</dc:subject>
  <dc:creator>SRE Team</dc:creator>
  <cp:lastModifiedBy>SRE Team</cp:lastModifiedBy>
  <cp:revision>1</cp:revision>
  <dcterms:created xsi:type="dcterms:W3CDTF">2026-05-13T06:43:05Z</dcterms:created>
  <dcterms:modified xsi:type="dcterms:W3CDTF">2026-05-13T06:43:05Z</dcterms:modified>
</cp:coreProperties>
</file>