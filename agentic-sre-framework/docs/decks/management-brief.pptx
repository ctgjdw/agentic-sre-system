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731520"/>
            <a:ext cx="731520" cy="18288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914400"/>
            <a:ext cx="731520" cy="-36576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548640"/>
            <a:ext cx="640080" cy="54864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0" y="1097280"/>
            <a:ext cx="640080" cy="-36576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0" y="914400"/>
            <a:ext cx="457200" cy="91440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548640"/>
            <a:ext cx="457200" cy="109728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0" y="1097280"/>
            <a:ext cx="457200" cy="91440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1828800"/>
            <a:ext cx="731520" cy="-18288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0" y="1645920"/>
            <a:ext cx="640080" cy="36576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1828800"/>
            <a:ext cx="182880" cy="91440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2720" y="1645920"/>
            <a:ext cx="274320" cy="91440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1645920"/>
            <a:ext cx="182880" cy="914400"/>
          </a:xfrm>
          <a:prstGeom prst="line">
            <a:avLst/>
          </a:prstGeom>
          <a:noFill/>
          <a:ln w="6350">
            <a:solidFill>
              <a:srgbClr val="CADCFC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39328" y="65836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70848" y="84124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02368" y="47548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42448" y="102412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82528" y="65836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05088" y="157276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28048" y="175564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59568" y="157276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99648" y="193852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87968" y="248716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10928" y="267004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33888" y="248716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56648" y="1435608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STEERING BRIEF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283464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for SRE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SysAdmin Operations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731520" y="5029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 that augments — not replaces — our SRE and SysAdmin teams, with humans in command of every state change.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Team   · 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BACKGROUND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our SRE &amp; SysAdmin teams do today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6692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691640"/>
            <a:ext cx="566928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SRE — Site Reliability Engineering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468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production reliable. Investigates and recovers when it isn't.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27355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7008" y="31089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alerts; triages incoming incident reports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0120" y="386791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7008" y="37033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Investigates outages — finds root cause and mitigates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0120" y="446227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7008" y="42976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postmortems and tracks the action items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0120" y="505663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7008" y="48920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dashboards and alerts that catch the next outage early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1691640"/>
            <a:ext cx="5120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1691640"/>
            <a:ext cx="512064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691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31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SysAdmin — Systems Administration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day-to-day changes to systems safely on behalf of other teams.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903720" y="3273552"/>
            <a:ext cx="128016" cy="12801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50608" y="310896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requests — databases, access, network, infrastructure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03720" y="3867912"/>
            <a:ext cx="128016" cy="12801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50608" y="370332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and executes the scripts that perform each change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03720" y="4462272"/>
            <a:ext cx="128016" cy="12801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50608" y="42976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security vulnerabilities; keeps systems hardened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903720" y="5056632"/>
            <a:ext cx="128016" cy="12801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0608" y="48920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evidence so compliance audits don't become a scramble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High-volume, detail-heavy work — a natural magnet for repetitive toil that compounds over time.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engineering time leaks today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01168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011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Issues surface via ad-hoc chat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697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incidents reach us as free-form chat messages. Engineers must read every channel and decide what's real.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29400" y="201168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0" y="2011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lack fine-tuned dashboards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29400" y="2697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automated signals exist for the things that actually break. Postmortems repeatedly conclude "we should have had a dashboard for that."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" y="42062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54480" y="42062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Tickets are interpreted by hand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" y="4892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/ IAM / network requests arrive as prose. SysAdmins read, interpret, script, execute — every time, from scratch.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09360" y="388620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29400" y="42062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315200" y="42062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Postmortem actions don't land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629400" y="4892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 get written, then never implemented. The same incident recurs. The learning loop leaks.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compound. Engineer time leaks; monitoring debt accumulates; the next incident looks like the last one.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team that mirrors our SRE org chart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480560" y="155448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8056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signals  ·  owns audit  ·  runs HITL gate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80760" y="2377440"/>
            <a:ext cx="0" cy="32004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2697480"/>
            <a:ext cx="7443216" cy="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2697480"/>
            <a:ext cx="0" cy="22860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99048" y="2697480"/>
            <a:ext cx="0" cy="22860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20656" y="2697480"/>
            <a:ext cx="0" cy="22860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92608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3090672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309067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Duty Engineer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34290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from chat / alerts; triage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0248" y="292608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59168" y="3090672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59168" y="309067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98848" y="3063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SRE Investigator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498848" y="34290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investigation; evidence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91856" y="292608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780776" y="3090672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780776" y="309067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0456" y="3063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SRE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20456" y="34290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review; final RCA + plan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995928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337560" y="4160520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37560" y="416052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" y="4133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Remediation Engineer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77240" y="4498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fix as an MR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270248" y="3995928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059168" y="4160520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59168" y="416052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98848" y="4133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SysAdmin Drafter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4498848" y="4498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ticket → playbook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91856" y="3995928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0780776" y="4160520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80776" y="416052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220456" y="4133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Triage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8220456" y="4498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exploitability + mitigation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5065776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337560" y="5230368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523036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7240" y="52029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Evidence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777240" y="556869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evidence packets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270248" y="5065776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059168" y="5230368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59168" y="523036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498848" y="52029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Postmortem Scribe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4498848" y="556869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+ factors + actions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991856" y="5065776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0780776" y="5230368"/>
            <a:ext cx="713232" cy="256032"/>
          </a:xfrm>
          <a:prstGeom prst="roundRect">
            <a:avLst>
              <a:gd name="adj" fmla="val 1785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780776" y="523036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0456" y="52029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 Eng.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220456" y="556869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dashboards + alert rules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48640" y="630936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22960" y="6263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approve every state change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297680" y="630936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0" y="6263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visible and revocable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046720" y="630936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21040" y="6263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on-prem and online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EXAMPLE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 response — today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5603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report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chat message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3108960"/>
            <a:ext cx="1828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16352" y="237744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53512" y="25603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 reads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53512" y="3108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clarifying Qs by hand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55464" y="3108960"/>
            <a:ext cx="1828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84064" y="237744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21224" y="25603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21224" y="3108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Hunts logs / metrics / traces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23176" y="3108960"/>
            <a:ext cx="1828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51776" y="237744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88936" y="25603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&amp; fix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88936" y="3108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ad-hoc commands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390888" y="3108960"/>
            <a:ext cx="1828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19488" y="237744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56648" y="25603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updates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56648" y="3108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comms manual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3977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filter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816352" y="3977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Back-and-forth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84064" y="3977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 by skill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51776" y="3977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619488" y="3977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skip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EF3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5166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today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quality depends on who's on call.  Investigation re-derives what seniors already know.  Postmortems get written late, if at all.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EXAMPLE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 response — with the framework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002536" y="2377440"/>
            <a:ext cx="117348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610356" y="2377440"/>
            <a:ext cx="117348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218176" y="2377440"/>
            <a:ext cx="117348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825996" y="2377440"/>
            <a:ext cx="117348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433816" y="2377440"/>
            <a:ext cx="117348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0041636" y="2377440"/>
            <a:ext cx="117348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18288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CADCFC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" y="201168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" y="242316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/ Alert / Issue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156460" y="18288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9612" y="201168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Duty Engineer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29612" y="242316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 intake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64280" y="18288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837432" y="201168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SRE Investigator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37432" y="242316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investigation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72100" y="18288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45252" y="201168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HITL gate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45252" y="242316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approves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979920" y="18288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CADCFC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053072" y="201168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53072" y="242316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/ GitLab CI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587740" y="18288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60892" y="201168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Postmortem Scribe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660892" y="242316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review + actions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0195560" y="18288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268712" y="201168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 Engineer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68712" y="2423160"/>
            <a:ext cx="1271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new dashboard + alert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472940" y="2971800"/>
            <a:ext cx="0" cy="118872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4546092" y="34015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escalate?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855720" y="420624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947160" y="4297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SRE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3947160" y="46634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RCA — uses arch docs + code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867400" y="420624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958840" y="4297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Remediation Engineer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958840" y="46634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fix as an MR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675376" y="4686300"/>
            <a:ext cx="15544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58940" y="3950208"/>
            <a:ext cx="0" cy="256032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6080760" y="3950208"/>
            <a:ext cx="67818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6080760" y="2962656"/>
            <a:ext cx="0" cy="987552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headEnd type="triangle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4000500" y="13716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single approve/edit/reject thread for the on-call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48640" y="55321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" y="5623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with the framework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6868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case in minutes  ·  consistent investigation regardless of who's on call  ·  every closed incident drafts its own postmortem and monitoring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our SRE team gets back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945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Minutes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structured triage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840480"/>
            <a:ext cx="26974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0690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reports become GitLab cases with initial investigation immediately — no waiting for someone to get to 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79392" y="169164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25112" y="21945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Consistent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462272" y="3200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depth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36592" y="3840480"/>
            <a:ext cx="26974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40690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gets the same L2 pass; hard cases get a senior reviewer with code + architecture context.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10144" y="169164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55864" y="21945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Compounding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93024" y="3200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quality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67344" y="3840480"/>
            <a:ext cx="26974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30184" y="40690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closed incident drafts a new dashboard and alert. Monitoring grows automatically over time.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zero unauthorised state changes — humans approve every action.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LOOP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incident becomes better monitoring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569464" y="3200400"/>
            <a:ext cx="219456" cy="0"/>
          </a:xfrm>
          <a:prstGeom prst="line">
            <a:avLst/>
          </a:prstGeom>
          <a:noFill/>
          <a:ln w="2032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37176" y="3200400"/>
            <a:ext cx="219456" cy="0"/>
          </a:xfrm>
          <a:prstGeom prst="line">
            <a:avLst/>
          </a:prstGeom>
          <a:noFill/>
          <a:ln w="2032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104888" y="3200400"/>
            <a:ext cx="219456" cy="0"/>
          </a:xfrm>
          <a:prstGeom prst="line">
            <a:avLst/>
          </a:prstGeom>
          <a:noFill/>
          <a:ln w="2032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372600" y="3200400"/>
            <a:ext cx="219456" cy="0"/>
          </a:xfrm>
          <a:prstGeom prst="line">
            <a:avLst/>
          </a:prstGeom>
          <a:noFill/>
          <a:ln w="2032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560320"/>
            <a:ext cx="1993392" cy="1280160"/>
          </a:xfrm>
          <a:prstGeom prst="roundRect">
            <a:avLst>
              <a:gd name="adj" fmla="val 5714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24912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5800" y="3200400"/>
            <a:ext cx="1719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1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caught late or by chat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16352" y="2560320"/>
            <a:ext cx="19933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907792" y="2724912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Investigation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953512" y="3200400"/>
            <a:ext cx="1719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draft RCA + actions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84064" y="2560320"/>
            <a:ext cx="19933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175504" y="2724912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Postmortem Scribe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21224" y="3200400"/>
            <a:ext cx="1719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+ factors + actions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51776" y="2560320"/>
            <a:ext cx="19933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43216" y="2724912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 Engineer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88936" y="3200400"/>
            <a:ext cx="1719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dashboard + alert MR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19488" y="2560320"/>
            <a:ext cx="1993392" cy="1280160"/>
          </a:xfrm>
          <a:prstGeom prst="roundRect">
            <a:avLst>
              <a:gd name="adj" fmla="val 5714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10928" y="2724912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incident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56648" y="3200400"/>
            <a:ext cx="1719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1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earlier by automated alert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616184" y="3877056"/>
            <a:ext cx="0" cy="603504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545336" y="4480560"/>
            <a:ext cx="907084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545336" y="3877056"/>
            <a:ext cx="0" cy="603504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headEnd type="triangl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371600" y="4709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compounds — next time the issue arrives as an automated signal, with richer context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the framework's value compounds without engineers having to find time for the followup.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SRE Framework  ·  Management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EXPECTATIONS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limits to plan around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10972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011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1947672"/>
            <a:ext cx="9738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On-prem quality gap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2313432"/>
            <a:ext cx="9738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models on-prem are visibly weaker than online frontier. Plan for higher human edit rate in air-gapped deployments.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5351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953512"/>
            <a:ext cx="10972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182112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182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3118104"/>
            <a:ext cx="9738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Hallucinations are real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3483864"/>
            <a:ext cx="9738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produce confident but wrong drafts. Every output is reviewed by a human before action; the "AI draft — verify" tag persists for the first 90 days.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12394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123944"/>
            <a:ext cx="10972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4352544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3525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691640" y="4288536"/>
            <a:ext cx="9738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free to run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4654296"/>
            <a:ext cx="9738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and GPU costs are real. Hard budget caps keep them bounded, but compute spend is a real line item in the operating plan.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2943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5294376"/>
            <a:ext cx="10972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" y="5522976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55229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691640" y="5458968"/>
            <a:ext cx="9738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Preconditions required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691640" y="5824728"/>
            <a:ext cx="9738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issue labels, service catalogue, on-call API, and playbook inventory must be in place before the framework adds value.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Agents for SRE &amp; SysAdmin Operations</dc:title>
  <dc:subject>PptxGenJS Presentation</dc:subject>
  <dc:creator>SRE Team</dc:creator>
  <cp:lastModifiedBy>SRE Team</cp:lastModifiedBy>
  <cp:revision>1</cp:revision>
  <dcterms:created xsi:type="dcterms:W3CDTF">2026-05-13T07:01:06Z</dcterms:created>
  <dcterms:modified xsi:type="dcterms:W3CDTF">2026-05-13T07:01:06Z</dcterms:modified>
</cp:coreProperties>
</file>